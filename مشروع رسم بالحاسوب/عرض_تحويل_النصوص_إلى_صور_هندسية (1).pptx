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66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34D4D232-B5F4-4277-8E3D-16207135CBCE}" type="datetimeFigureOut">
              <a:rPr lang="ar-SA" smtClean="0"/>
              <a:t>05/01/47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76637BE6-65CE-40ED-B2CC-7CB95DB9002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95564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المشروع يقدم تجربة متكاملة تجمع بين توليد البيانات، تدريب النماذج، والنشر العملي.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عرض مراحل التنفيذ بشكل متسلسل لتوضيح منهجية العمل.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تم توليد أكثر من 11,000 صورة مع أوصاف دقيقة، مما شكل قاعدة بيانات قوية للتدريب.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تم تحسين النموذج من خلال Fine-tuning مدروس باستخدام LoRA لتناسب الموارد المحدودة.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تمت مراقبة الأداء بدقة باستخدام حلقة تقييم مخصصة بعد كل Epoch.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رفع النموذج يجعل استخدامه أسهل ويضمن توفره في أي وقت عبر الإنترنت.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Gradio توفّر واجهة تفاعلية مرنة وسهلة الاستخدام لتجربة النموذج من قبل المستخدمين.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التعامل مع القيود الفنية بمرونة وذكاء ساهم في نجاح التجربة.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يُعد المشروع خطوة واعدة في تطبيقات الذكاء الاصطناعي في مجالات التصميم والرؤية الحاسوبية.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ختام العرض وفتح باب النقاش.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584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690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181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01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0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539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01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574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70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صورة بانورامي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54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العنوان والتسمية ال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25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اقتباس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1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بطاقة اس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462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أعمد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993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أعمدة صو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526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10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29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415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39" y="1322263"/>
            <a:ext cx="5917679" cy="2550877"/>
          </a:xfrm>
        </p:spPr>
        <p:txBody>
          <a:bodyPr>
            <a:normAutofit/>
          </a:bodyPr>
          <a:lstStyle/>
          <a:p>
            <a:r>
              <a:rPr lang="ar-SA" dirty="0"/>
              <a:t>تحويل الأوصاف النصية إلى صور هندسية باستخدام الذكاء الاصطناعي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38" y="4320180"/>
            <a:ext cx="5917679" cy="1745340"/>
          </a:xfrm>
        </p:spPr>
        <p:txBody>
          <a:bodyPr>
            <a:normAutofit/>
          </a:bodyPr>
          <a:lstStyle/>
          <a:p>
            <a:r>
              <a:rPr lang="ar-SA" dirty="0"/>
              <a:t>من توليد البيانات إلى التدريب والاستدلال</a:t>
            </a:r>
          </a:p>
          <a:p>
            <a:pPr algn="r"/>
            <a:r>
              <a:rPr lang="ar-SA" dirty="0"/>
              <a:t>اعداد الطلاب:</a:t>
            </a:r>
          </a:p>
          <a:p>
            <a:pPr algn="r"/>
            <a:r>
              <a:rPr lang="ar-SA" dirty="0"/>
              <a:t>وائل علي احمد نصر</a:t>
            </a:r>
          </a:p>
          <a:p>
            <a:pPr algn="r"/>
            <a:r>
              <a:rPr lang="ar-SA" dirty="0"/>
              <a:t>محمد أنور حامد </a:t>
            </a:r>
          </a:p>
          <a:p>
            <a:pPr algn="r"/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مقدمة المشروع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ar-SA" dirty="0"/>
              <a:t>يهدف المشروع إلى إنشاء نموذج ذكاء اصطناعي قادر على تحويل الأوصاف النصية إلى صور لأشكال هندسية</a:t>
            </a:r>
            <a:r>
              <a:rPr dirty="0"/>
              <a:t>.</a:t>
            </a:r>
          </a:p>
          <a:p>
            <a:r>
              <a:rPr dirty="0"/>
              <a:t>-</a:t>
            </a:r>
            <a:r>
              <a:rPr lang="ar-SA" dirty="0"/>
              <a:t> الاعتماد على </a:t>
            </a:r>
            <a:r>
              <a:rPr dirty="0"/>
              <a:t>Stable Diffusion</a:t>
            </a:r>
            <a:r>
              <a:rPr lang="en-US" dirty="0"/>
              <a:t>-v1.4</a:t>
            </a:r>
            <a:endParaRPr dirty="0"/>
          </a:p>
          <a:p>
            <a:r>
              <a:rPr dirty="0"/>
              <a:t>-</a:t>
            </a:r>
            <a:r>
              <a:rPr lang="ar-SA" dirty="0"/>
              <a:t> توليد بيانات مخصصة </a:t>
            </a:r>
          </a:p>
          <a:p>
            <a:r>
              <a:rPr lang="ar-SA" dirty="0"/>
              <a:t>- تدريب باستخدام تقنية </a:t>
            </a:r>
            <a:r>
              <a:rPr lang="en-US" dirty="0" err="1"/>
              <a:t>LoRA</a:t>
            </a:r>
            <a:endParaRPr lang="en-US" dirty="0"/>
          </a:p>
          <a:p>
            <a:r>
              <a:rPr lang="en-US" dirty="0"/>
              <a:t>- </a:t>
            </a:r>
            <a:r>
              <a:rPr lang="ar-SA" dirty="0"/>
              <a:t> نشر النموذج عبر </a:t>
            </a:r>
            <a:r>
              <a:rPr lang="en-US" dirty="0"/>
              <a:t>Hugging Face</a:t>
            </a:r>
          </a:p>
          <a:p>
            <a:r>
              <a:rPr lang="en-US" dirty="0"/>
              <a:t> - </a:t>
            </a:r>
            <a:r>
              <a:rPr lang="ar-SA" dirty="0"/>
              <a:t>توفير واجهة تفاعلية عبر</a:t>
            </a:r>
            <a:r>
              <a:rPr lang="en-US" dirty="0"/>
              <a:t> </a:t>
            </a:r>
            <a:r>
              <a:rPr lang="en-US" dirty="0" err="1"/>
              <a:t>Gradio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مراحل تنفيذ المشروع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توليد البيانات</a:t>
            </a:r>
          </a:p>
          <a:p>
            <a:r>
              <a:t>- تدريب النموذج</a:t>
            </a:r>
          </a:p>
          <a:p>
            <a:r>
              <a:t>- اختبار النموذج</a:t>
            </a:r>
          </a:p>
          <a:p>
            <a:r>
              <a:t>- رفع النموذج إلى Hugging Face</a:t>
            </a:r>
          </a:p>
          <a:p>
            <a:r>
              <a:t>- بناء واجهة المستخدم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توليد البيانات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تم توليد 11 شكل هندسي × 1000 صورة لكل شكل.</a:t>
            </a:r>
          </a:p>
          <a:p>
            <a:r>
              <a:t>- تم رسم الأشكال باستخدام مكتبة PIL</a:t>
            </a:r>
          </a:p>
          <a:p>
            <a:r>
              <a:t>- حفظ الصور مع أوصاف نصية دقيقة</a:t>
            </a:r>
          </a:p>
          <a:p>
            <a:r>
              <a:t>- تخزين البيانات في ملفات JSON</a:t>
            </a:r>
          </a:p>
          <a:p>
            <a:r>
              <a:t>- توليد خصائص عشوائية: اللون، الحجم، الخلفية، والموقع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تصميم النموذج والتدريب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استخدام نموذج Stable Diffusion v1.4</a:t>
            </a:r>
          </a:p>
          <a:p>
            <a:r>
              <a:t>- تطبيق تقنية LoRA لتقليل استهلاك الذاكرة</a:t>
            </a:r>
          </a:p>
          <a:p>
            <a:r>
              <a:t>- التدريب باستخدام مكتبة accelerate و mixed precision</a:t>
            </a:r>
          </a:p>
          <a:p>
            <a:r>
              <a:t>- تقسيم البيانات إلى تدريب واختبار بنسبة 80/20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تقييم النموذج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تقييم الخسارة على بيانات الاختبار</a:t>
            </a:r>
          </a:p>
          <a:p>
            <a:r>
              <a:t>- حساب MSE بين الضوضاء المتوقعة والضوضاء الفعلية</a:t>
            </a:r>
          </a:p>
          <a:p>
            <a:r>
              <a:t>- التحقق من عدم وجود NaN خلال التدريب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رفع النموذج إلى Hugging 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استخدام مكتبة huggingface_hub</a:t>
            </a:r>
          </a:p>
          <a:p>
            <a:r>
              <a:t>- نسخ ملفات النموذج إلى مستودع</a:t>
            </a:r>
          </a:p>
          <a:p>
            <a:r>
              <a:t>- تنفيذ git add/commit/push</a:t>
            </a:r>
          </a:p>
          <a:p>
            <a:r>
              <a:t>- النموذج متاح عبر رابط مباشر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واجهة المستخدم باستخدام Gradio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إدخال وصف نصي مثل: دائرة حمراء على خلفية زرقاء</a:t>
            </a:r>
          </a:p>
          <a:p>
            <a:r>
              <a:t>- تحديد عدد خطوات التوليد والمقياس</a:t>
            </a:r>
          </a:p>
          <a:p>
            <a:r>
              <a:t>- عرض الصورة الناتجة مباشرة</a:t>
            </a:r>
          </a:p>
          <a:p>
            <a:r>
              <a:t>- تعمل محليًا أو عبر الإنترنت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التحديات والحلول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محدودية GPU (4GB)</a:t>
            </a:r>
          </a:p>
          <a:p>
            <a:r>
              <a:t>  → استخدام LoRA + batch صغير</a:t>
            </a:r>
          </a:p>
          <a:p>
            <a:r>
              <a:t>- بطء التدريب</a:t>
            </a:r>
          </a:p>
          <a:p>
            <a:r>
              <a:t>  → تقليل حجم الصور إلى 128x128 واستخدام fp16</a:t>
            </a:r>
          </a:p>
          <a:p>
            <a:r>
              <a:t>- ظهور NaN</a:t>
            </a:r>
          </a:p>
          <a:p>
            <a:r>
              <a:t>  → فحص القيم والتحقق في كل خطوة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الاستنتاج والتطوير المستقبلي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</a:t>
            </a:r>
            <a:r>
              <a:rPr lang="ar-SA" dirty="0"/>
              <a:t> المشروع يثبت فعالية تحويل النصوص إلى صور هندسية</a:t>
            </a:r>
            <a:endParaRPr dirty="0"/>
          </a:p>
          <a:p>
            <a:r>
              <a:rPr dirty="0"/>
              <a:t>- </a:t>
            </a:r>
            <a:r>
              <a:rPr lang="ar-SA" dirty="0"/>
              <a:t> يمكن توسيع النموذج ليشمل رسومات تعليمية أو هندسية معقدة</a:t>
            </a:r>
          </a:p>
          <a:p>
            <a:r>
              <a:rPr dirty="0"/>
              <a:t>-</a:t>
            </a:r>
            <a:r>
              <a:rPr lang="ar-SA" dirty="0"/>
              <a:t> تحسين سرعة الأداء ونتائج الصور مستقبلًا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شكرًا لكم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هل لديكم أي أسئلة أو ملاحظات؟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مجلس إدارة أيون">
  <a:themeElements>
    <a:clrScheme name="مجلس إدارة أيون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مجلس إدارة أيون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مجلس إدارة أيون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</TotalTime>
  <Words>457</Words>
  <Application>Microsoft Office PowerPoint</Application>
  <PresentationFormat>عرض على الشاشة (4:3)</PresentationFormat>
  <Paragraphs>66</Paragraphs>
  <Slides>11</Slides>
  <Notes>10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مجلس إدارة أيون</vt:lpstr>
      <vt:lpstr>تحويل الأوصاف النصية إلى صور هندسية باستخدام الذكاء الاصطناعي</vt:lpstr>
      <vt:lpstr>مقدمة المشروع</vt:lpstr>
      <vt:lpstr>مراحل تنفيذ المشروع</vt:lpstr>
      <vt:lpstr>توليد البيانات</vt:lpstr>
      <vt:lpstr>تصميم النموذج والتدريب</vt:lpstr>
      <vt:lpstr>تقييم النموذج</vt:lpstr>
      <vt:lpstr>رفع النموذج إلى Hugging Face</vt:lpstr>
      <vt:lpstr>واجهة المستخدم باستخدام Gradio</vt:lpstr>
      <vt:lpstr>التحديات والحلول</vt:lpstr>
      <vt:lpstr>الاستنتاج والتطوير المستقبلي</vt:lpstr>
      <vt:lpstr>شكرًا لكم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wail ali</cp:lastModifiedBy>
  <cp:revision>7</cp:revision>
  <dcterms:created xsi:type="dcterms:W3CDTF">2013-01-27T09:14:16Z</dcterms:created>
  <dcterms:modified xsi:type="dcterms:W3CDTF">2025-06-29T23:18:51Z</dcterms:modified>
  <cp:category/>
</cp:coreProperties>
</file>